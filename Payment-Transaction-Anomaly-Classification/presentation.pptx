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Transaction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Classification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 Foundational Machine Learning Approach to Fraud Risk Detection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5496"/>
                </a:solidFill>
              </a:rPr>
              <a:t>Track 1 Final Capstone  ·  Problem 26  ·  FinTech  ·  Binary Classification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Classify payment transactions as normal or anomalous (potential fraud) using measurable transaction characteristics.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Fraud is rare (~1-2% of transactions) — a textbook class-imbalance problem.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Goal: an interpretable, reproducible, zero-cost baseline — not a black-box production system.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Source recorded in data/SOURCE.txt for citation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Designed as a drop-in pipeline for the Kaggle “Credit Card Fraud Detection” dataset (ULB Machine Learning Group).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Falls back to a realistic synthetic dataset (20,000 transactions, ~1.5% fraud rate) when the real file isn't supplied — same feature structure either way.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6 features: transaction amount, hour of day, 24h transaction frequency, merchant category risk, account age, 30-day average spend.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Deliberately includes missing values, duplicates, and outliers for genuine EDA investigation.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Severe class imbalance drives every downstream modeling choice</a:t>
            </a:r>
            <a:endParaRPr lang="en-US" sz="1400" dirty="0"/>
          </a:p>
        </p:txBody>
      </p:sp>
      <p:pic>
        <p:nvPicPr>
          <p:cNvPr id="4" name="Image 0" descr="../outputs/class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5029200" cy="3383280"/>
          </a:xfrm>
          <a:prstGeom prst="rect">
            <a:avLst/>
          </a:prstGeom>
        </p:spPr>
      </p:pic>
      <p:pic>
        <p:nvPicPr>
          <p:cNvPr id="5" name="Image 1" descr="../outputs/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Median-impute missing values; drop exact duplicates.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Log-transform skewed amount features; standardize for Logistic Regression &amp; KNN.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Stratified 75/25 train/test split preserving the fraud rate.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class_weight='balanced' to prevent the rare class from being ignored.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Three foundational models only, per scope: Logistic Regression, KNN, Decision Tree.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Accuracy alone is misleading at 1.5% fraud — recall &amp; precision matter most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6675120" cy="164592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00584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Logistic Regression (final)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0.995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0.735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0.848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KNN (k=7)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0.999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0.907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0.951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0.998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0.809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0.960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0.878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100%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Recall (final model)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73836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73836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5496"/>
                </a:solidFill>
              </a:rPr>
              <a:t>0.9999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73836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ROC-AUC</a:t>
            </a:r>
            <a:endParaRPr lang="en-US" sz="1200" dirty="0"/>
          </a:p>
        </p:txBody>
      </p:sp>
      <p:pic>
        <p:nvPicPr>
          <p:cNvPr id="11" name="Image 0" descr="../outputs/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74720"/>
            <a:ext cx="108813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Logistic Regression?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Highest recall (100%) on the fraud class — misses no real fraud in testing.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Fully interpretable coefficients — explainable and defensible, as the capstone rules require.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Fast to train and retrain — practical for an auditable, reproducible baseline.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Trade-off: more false positives than KNN (73.5% precision) — an acceptable cost versus missing real fraud.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Limitation: synthetic data unless the real Kaggle dataset is supplied; only 6 engineered features used.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Limitation: single train/test split, not k-fold cross-validated.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Future: richer behavioural/device/network features; cost-sensitive threshold tuning.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Future: cross-validation, hyperparameter search, and ensemble methods (Random Forest, Gradient Boosting) as a next step beyond this capstone's scope.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Prototype: Streamlit 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app/app.py — run with: streamlit run app.py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Interactive form collects the six transaction features.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Validates inputs and applies the exact preprocessing used during training.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Returns a Normal / Anomalous classification with an estimated fraud probability.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Educational demo only — clearly labeled as not a production fraud system.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Delivered a complete, reproducible, zero-cost ML pipeline for payment fraud classification.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Logistic Regression baseline: 100% recall, 0.9999 ROC-AUC, fully interpretable.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All deliverables complete: code, notebook, model, app, paper, and this presentation.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2026-09-26T06:30:10Z</dcterms:created>
  <dcterms:modified xsi:type="dcterms:W3CDTF">2026-09-26T06:30:10Z</dcterms:modified>
</cp:coreProperties>
</file>